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P1-X 业务闭环-公众号授权与作业自动化流转方案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3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极简授权，品牌零负担接入：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子品牌管理员只需一次扫码即可完成公众号授权，无需繁琐的账号配置，系统自动维持长期绑定，集团统一管理大盘。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自动感知，彻底告别人工搬运：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品牌在微信后台正常群发推文，系统秒级自动捕获，并直接在后台转化为互动作业，彻底解放运营双手，实现“发文即出作业”。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103120"/>
            <a:ext cx="8778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业务端到端自动化流转图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146304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阶段一：安全授权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560320"/>
            <a:ext cx="3200400" cy="4572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331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阶段二：实时发文感知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560320"/>
            <a:ext cx="3063240" cy="45720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23317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阶段三：作业自动生成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46304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69748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开放平台扫码绑定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品牌管理员一键扫码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系统自动维保长期凭证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74520" y="3291840"/>
            <a:ext cx="228600" cy="18288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2834640"/>
            <a:ext cx="1463040" cy="1097280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697480"/>
            <a:ext cx="274320" cy="27432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微信后台正常发文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无缝兼容现有习惯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品牌正常群发推文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291840"/>
            <a:ext cx="228600" cy="18288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2834640"/>
            <a:ext cx="1463040" cy="1097280"/>
          </a:xfrm>
          <a:prstGeom prst="roundRect">
            <a:avLst/>
          </a:prstGeom>
          <a:solidFill>
            <a:srgbClr val="FCE8E6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2697480"/>
            <a:ext cx="274320" cy="274320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系统秒级拦截推送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7764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发文瞬间被动捕获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智能排重确保精准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40680" y="3291840"/>
            <a:ext cx="228600" cy="18288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2834640"/>
            <a:ext cx="1463040" cy="109728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2697480"/>
            <a:ext cx="274320" cy="27432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提取文章核心要素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自动解析抓取推文：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标题 / 摘要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3291840"/>
            <a:ext cx="228600" cy="18288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2834640"/>
            <a:ext cx="1463040" cy="109728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2440" y="2697480"/>
            <a:ext cx="274320" cy="27432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40" name="Text 38"/>
          <p:cNvSpPr/>
          <p:nvPr/>
        </p:nvSpPr>
        <p:spPr>
          <a:xfrm>
            <a:off x="80924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直达后台“待审核”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4380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自动创建互动作业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彻底省去人工搬运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2026-06-17T00:55:46Z</dcterms:created>
  <dcterms:modified xsi:type="dcterms:W3CDTF">2026-06-17T00:55:46Z</dcterms:modified>
</cp:coreProperties>
</file>