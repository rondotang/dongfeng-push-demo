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2400" b="1">
                <a:solidFill>
                  <a:srgbClr val="333333"/>
                </a:solidFill>
                <a:latin typeface="Microsoft YaHei"/>
              </a:rPr>
              <a:t>P1-3 业务流程方案-标签自动化重构与成长数据打通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pPr indent="0" marL="0">
              <a:spcAft>
                <a:spcPts val="500"/>
              </a:spcAft>
              <a:buNone/>
            </a:pPr>
            <a:r>
              <a:rPr sz="1300" b="1">
                <a:solidFill>
                  <a:srgbClr val="E60012"/>
                </a:solidFill>
                <a:latin typeface="Microsoft YaHei"/>
              </a:rPr>
              <a:t>全面打通成长体系数据：系统每日自动计算经验值(XP)，达标后自动为其打上“专家”、“大师”等系统标签。彻底告别人工导表拉群，实现纯自动化的任务分发。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智能防呆与自动化跨轮引擎：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基于作业量自动精算推送人数，当需求超额时系统“自动跨轮回取人”补齐；全面封禁覆盖池人员排除权限，死守系统分发公平红线。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286000" cy="30175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A73E8"/>
                </a:solidFill>
                <a:latin typeface="Microsoft YaHei"/>
              </a:rPr>
              <a:t>当前痛点</a:t>
            </a:r>
            <a:endParaRPr lang="en-US" sz="1400" dirty="0"/>
          </a:p>
          <a:p>
            <a:pPr algn="ctr" indent="0" marL="0">
              <a:buNone/>
            </a:pPr>
            <a:r>
              <a:rPr sz="1400" b="1">
                <a:solidFill>
                  <a:srgbClr val="1A73E8"/>
                </a:solidFill>
                <a:latin typeface="Microsoft YaHei"/>
              </a:rPr>
              <a:t>(依赖人工)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每月手动</a:t>
            </a:r>
            <a:endParaRPr lang="en-US" sz="1200" dirty="0"/>
          </a:p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(拉群建单)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效率低下</a:t>
            </a:r>
            <a:endParaRPr lang="en-US" sz="1200" dirty="0"/>
          </a:p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(耗时易错)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主观偏差</a:t>
            </a:r>
            <a:endParaRPr lang="en-US" sz="1200" dirty="0"/>
          </a:p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(评估不公)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3200400" cy="3017520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D93025"/>
                </a:solidFill>
                <a:latin typeface="Microsoft YaHei"/>
              </a:rPr>
              <a:t>重构方案</a:t>
            </a:r>
            <a:endParaRPr lang="en-US" sz="1400" dirty="0"/>
          </a:p>
          <a:p>
            <a:pPr algn="ctr" indent="0" marL="0">
              <a:buNone/>
            </a:pPr>
            <a:r>
              <a:rPr sz="1400" b="1">
                <a:solidFill>
                  <a:srgbClr val="D93025"/>
                </a:solidFill>
                <a:latin typeface="Microsoft YaHei"/>
              </a:rPr>
              <a:t>(自动算力)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256032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成长数据自动打通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将分发标签与用户的XP段位直接挂钩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3832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每日自动更新标签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谁达标谁就进池子，无需人工干预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420624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832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去人工化闭环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全程系统跑数据，对象筛选绝对客观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0" y="1920240"/>
            <a:ext cx="1828800" cy="3017520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E8E3E"/>
                </a:solidFill>
                <a:latin typeface="Microsoft YaHei"/>
              </a:rPr>
              <a:t>核心价值</a:t>
            </a:r>
            <a:endParaRPr lang="en-US" sz="1400" dirty="0"/>
          </a:p>
          <a:p>
            <a:pPr algn="ctr" indent="0" marL="0">
              <a:buNone/>
            </a:pPr>
            <a:r>
              <a:rPr sz="1400" b="1">
                <a:solidFill>
                  <a:srgbClr val="1E8E3E"/>
                </a:solidFill>
                <a:latin typeface="Microsoft YaHei"/>
              </a:rPr>
              <a:t>(业务收益)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274320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40880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去中心化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打破固化圈层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给全员公平机会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84048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40880" y="3840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精准分发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标签组合策略</a:t>
            </a:r>
            <a:endParaRPr lang="en-US" sz="1100" dirty="0"/>
          </a:p>
          <a:p>
            <a:pPr algn="ctr" indent="0" marL="0">
              <a:buNone/>
            </a:pPr>
            <a:r>
              <a:rPr sz="1100">
                <a:solidFill>
                  <a:srgbClr val="333333"/>
                </a:solidFill>
                <a:latin typeface="Microsoft YaHei"/>
              </a:rPr>
              <a:t>提升作业完成率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2026-06-12T08:40:56Z</dcterms:created>
  <dcterms:modified xsi:type="dcterms:W3CDTF">2026-06-12T08:40:56Z</dcterms:modified>
</cp:coreProperties>
</file>