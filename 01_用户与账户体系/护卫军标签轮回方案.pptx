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P1-3 业务流程方案-标签覆盖池与轮回分发机制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0" y="731520"/>
            <a:ext cx="9144000" cy="45720"/>
          </a:xfrm>
          <a:prstGeom prst="rect">
            <a:avLst/>
          </a:prstGeom>
          <a:solidFill>
            <a:srgbClr val="E60012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9144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spcAft>
                <a:spcPts val="500"/>
              </a:spcAft>
            </a:pPr>
            <a:r>
              <a:rPr lang="en-US" sz="1300" b="1" dirty="0">
                <a:solidFill>
                  <a:srgbClr val="E600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首创“覆盖池与轮回”派单机制：</a:t>
            </a:r>
            <a:pPr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建立“全员、尖兵队、守卫队”三大覆盖池，引入批次轮回分发机制，解决任务派发过度集中与分配不均问题，保障全体用户的接单机会均等。</a:t>
            </a:r>
            <a:endParaRPr lang="en-US" sz="13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E600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智能防呆与自动化跨轮引擎：</a:t>
            </a:r>
            <a:pPr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基于作业量自动精算推送人数，当需求超额时系统“自动跨轮回取人”补齐；全面封禁覆盖池人员排除权限，死守系统分发公平红线。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920240"/>
            <a:ext cx="2286000" cy="3017520"/>
          </a:xfrm>
          <a:prstGeom prst="rect">
            <a:avLst/>
          </a:prstGeom>
          <a:solidFill>
            <a:srgbClr val="E8F0FE"/>
          </a:solidFill>
          <a:ln w="12700">
            <a:solidFill>
              <a:srgbClr val="1A73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92024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73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三大基础覆盖池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A73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(人群建制)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0080" y="2651760"/>
            <a:ext cx="1920240" cy="548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73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265176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全员池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(大盘流量托底)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0080" y="3383280"/>
            <a:ext cx="1920240" cy="548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73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338328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尖兵队覆盖池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(月度核心活跃)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0080" y="4114800"/>
            <a:ext cx="1920240" cy="548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73E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411480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守卫队覆盖池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(高优专属分发)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834640" y="3291840"/>
            <a:ext cx="274320" cy="274320"/>
          </a:xfrm>
          <a:prstGeom prst="rightArrow">
            <a:avLst/>
          </a:prstGeom>
          <a:solidFill>
            <a:srgbClr val="CCCCCC"/>
          </a:solidFill>
          <a:ln w="12700">
            <a:solidFill>
              <a:srgbClr val="99999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00400" y="1920240"/>
            <a:ext cx="3200400" cy="3017520"/>
          </a:xfrm>
          <a:prstGeom prst="rect">
            <a:avLst/>
          </a:prstGeom>
          <a:solidFill>
            <a:srgbClr val="FCE8E6"/>
          </a:solidFill>
          <a:ln w="12700">
            <a:solidFill>
              <a:srgbClr val="D9302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00400" y="192024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930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轮回分发调度引擎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D930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(资源均衡调度)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3383280" y="2560320"/>
            <a:ext cx="283464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302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383280" y="256032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自动跨轮回取人机制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需求人数 &gt; 本轮剩余时，无缝衔接至下轮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383280" y="3383280"/>
            <a:ext cx="283464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302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383280" y="338328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防呆互斥与强制保留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覆盖池严禁人工排除，死守绝对公平红线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383280" y="4206240"/>
            <a:ext cx="2834640" cy="548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302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383280" y="420624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动态名额释放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作业被撤回时，立即释放占用人数回退进度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92240" y="3291840"/>
            <a:ext cx="274320" cy="274320"/>
          </a:xfrm>
          <a:prstGeom prst="rightArrow">
            <a:avLst/>
          </a:prstGeom>
          <a:solidFill>
            <a:srgbClr val="CCCCCC"/>
          </a:solidFill>
          <a:ln w="12700">
            <a:solidFill>
              <a:srgbClr val="999999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858000" y="1920240"/>
            <a:ext cx="1828800" cy="3017520"/>
          </a:xfrm>
          <a:prstGeom prst="rect">
            <a:avLst/>
          </a:prstGeom>
          <a:solidFill>
            <a:srgbClr val="E6F4EA"/>
          </a:solidFill>
          <a:ln w="12700">
            <a:solidFill>
              <a:srgbClr val="1E8E3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858000" y="192024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8E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可视化大盘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E8E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(业务监控)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7040880" y="2743200"/>
            <a:ext cx="146304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E8E3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040880" y="2743200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轮回进度跟踪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实时显示：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已用人数 / 总人数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7040880" y="3840480"/>
            <a:ext cx="146304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E8E3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040880" y="3840480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批次序列溯源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列表直观显示：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当前第 X 次轮回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2026-06-12T08:40:56Z</dcterms:created>
  <dcterms:modified xsi:type="dcterms:W3CDTF">2026-06-12T08:40:56Z</dcterms:modified>
</cp:coreProperties>
</file>