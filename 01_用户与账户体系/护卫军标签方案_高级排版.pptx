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540000"/>
            <a:ext cx="108000" cy="432000"/>
          </a:xfrm>
          <a:prstGeom prst="roundRect">
            <a:avLst/>
          </a:prstGeom>
          <a:solidFill>
            <a:srgbClr val="E0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432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标签自动化与分发引擎 (去痛点直达方案)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9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94A3B8"/>
                </a:solidFill>
              </a:defRPr>
            </a:pPr>
            <a:r>
              <a:t>Data-driven tag mapping &amp; automated task distribution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620000"/>
            <a:ext cx="5400000" cy="4320000"/>
          </a:xfrm>
          <a:prstGeom prst="roundRect">
            <a:avLst/>
          </a:prstGeom>
          <a:solidFill>
            <a:srgbClr val="1A21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000" y="1980000"/>
            <a:ext cx="432000" cy="43200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CA5A5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908000"/>
            <a:ext cx="43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系统级标签自动化 (XP联动)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2627999"/>
            <a:ext cx="4680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8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⚡️  动态算力代替导表拉群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31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系统每日自动计算全盘用户的经验值 (XP)，无需运营手工维护名单。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7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🎯  千人千面精准打标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40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一旦XP达标且符合原创/互动偏好，系统即刻为其烙印“专家/大师”标签。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🔄  去人工化实时闭环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000" y="49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谁达标谁就自动进池子，数据驱动筛选，确保每次任务的受众绝对精准。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0" y="1620000"/>
            <a:ext cx="5400000" cy="4320000"/>
          </a:xfrm>
          <a:prstGeom prst="roundRect">
            <a:avLst/>
          </a:prstGeom>
          <a:solidFill>
            <a:srgbClr val="1A21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60000" y="1980000"/>
            <a:ext cx="432000" cy="43200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CA5A5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1908000"/>
            <a:ext cx="43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轮回覆盖池分发引擎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0000" y="2627999"/>
            <a:ext cx="4680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0000" y="28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🛡️  三大阶梯覆盖池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8000" y="31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依托标签划定：大师覆盖池（原尖兵队）、专家覆盖池（原守卫队）、全员池。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0" y="37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⚖️  防呆互斥与绝对公平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40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严禁人工排除池内名单；达标者自动按批次序列轮回，打破固化垄断。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4680000"/>
            <a:ext cx="46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2E8F0"/>
                </a:solidFill>
              </a:defRPr>
            </a:pPr>
            <a:r>
              <a:t>📊  跨轮补给与名额释放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8000" y="4968000"/>
            <a:ext cx="4392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需求超额自动跨轮取人；作业被拒/撤回立即释放人数回退进度，全程可视。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6318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4B5563"/>
                </a:solidFill>
              </a:defRPr>
            </a:pPr>
            <a:r>
              <a:t>DONGFENG GROWTH SYSTEM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