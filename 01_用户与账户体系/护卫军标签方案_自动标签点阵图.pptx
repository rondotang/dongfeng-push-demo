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F172A"/>
                </a:solidFill>
              </a:defRPr>
            </a:pPr>
            <a:r>
              <a:t>56 项自动标签全景点阵图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475569"/>
                </a:solidFill>
              </a:defRPr>
            </a:pPr>
            <a:r>
              <a:t>基于“分发-风控-荣誉”三大标签池的自动化流转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● 分发标签池 (29)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475569"/>
                </a:solidFill>
              </a:defRPr>
            </a:pPr>
            <a:r>
              <a:t>一句话描述：精准圈定核心用户，实现高优任务的高效派发。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27432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大师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7432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专家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4553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熟练期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14553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新手期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4787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近7天活跃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54787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近30天高频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50208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微信能力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950208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抖音能力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其他平台能力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4352544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能力(原创)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兴趣偏好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75488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微信视频号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5721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微博绑定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15721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知乎绑定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5955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微信公众号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55955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头条号绑定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61888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快手绑定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5961888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抖音绑定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364224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B站绑定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6364224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小红书绑定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76656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懂车帝绑定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676656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汽车之家绑定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716889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易车绑定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716889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尖兵队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757123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守卫队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757123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微信绑定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7973568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563EB"/>
                </a:solidFill>
              </a:rPr>
              <a:t>● ...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8030" y="146304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803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● 风险拦截池 (15)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091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475569"/>
                </a:solidFill>
              </a:defRPr>
            </a:pPr>
            <a:r>
              <a:t>一句话描述：实时阻断违规劣质用户，保障任务产出的绝对质量。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23790" y="2560320"/>
            <a:ext cx="27432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32350" y="27432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数据作假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86830" y="27432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敷衍了事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32350" y="314553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态度不佳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6830" y="314553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高频申诉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32350" y="354787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申诉失败高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6830" y="354787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跨平台申诉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32350" y="3950208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不看作业要求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86830" y="3950208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抵触心理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32350" y="4352544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问题人物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86830" y="4352544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流失风险用户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32350" y="475488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近7天未登录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6830" y="475488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近30天未登录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32350" y="515721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沉默1个月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86830" y="515721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沉默2个月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32350" y="555955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C2626"/>
                </a:solidFill>
              </a:rPr>
              <a:t>● 沉默3个月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59775" y="146304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59775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● 荣誉评优池 (12)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42655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475569"/>
                </a:solidFill>
              </a:defRPr>
            </a:pPr>
            <a:r>
              <a:t>一句话描述：量化历史贡献与排名，提供精神激励与大盘表彰。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25535" y="2560320"/>
            <a:ext cx="27432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534095" y="27432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上月积分Top100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88575" y="274320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当年命中X次尖兵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34095" y="314553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上月命中尖兵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88575" y="3145536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当年命中X次守卫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34095" y="354787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上月命中守卫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88575" y="3547872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当年命中守卫/尖兵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34095" y="3950208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当年命中X次王牌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88575" y="3950208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上月命中王牌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34095" y="4352544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近1个月活跃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88575" y="4352544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近2个月活跃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34095" y="475488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近3个月活跃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88575" y="4754880"/>
            <a:ext cx="137160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D97706"/>
                </a:solidFill>
              </a:rPr>
              <a:t>● 120天注册用户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92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94A3B8"/>
                </a:solidFill>
              </a:defRPr>
            </a:pPr>
            <a:r>
              <a:t>DONGFENG TAG SYSTEM • T+1 00:00 UPDATED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